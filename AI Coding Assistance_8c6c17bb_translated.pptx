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0D4F89-5CE3-B3EB-2501-0A62EB4F9B02}" v="1" dt="2025-12-22T09:04:37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66344" autoAdjust="0"/>
  </p:normalViewPr>
  <p:slideViewPr>
    <p:cSldViewPr snapToGrid="0">
      <p:cViewPr varScale="1">
        <p:scale>
          <a:sx n="73" d="100"/>
          <a:sy n="73" d="100"/>
        </p:scale>
        <p:origin x="10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o Aditya Venkata Rama Mohan" userId="S::a_rao@twave.co.jp::33f1568d-6ae9-47af-aad1-7bece211ff71" providerId="AD" clId="Web-{780D4F89-5CE3-B3EB-2501-0A62EB4F9B02}"/>
    <pc:docChg chg="modSld">
      <pc:chgData name="Rao Aditya Venkata Rama Mohan" userId="S::a_rao@twave.co.jp::33f1568d-6ae9-47af-aad1-7bece211ff71" providerId="AD" clId="Web-{780D4F89-5CE3-B3EB-2501-0A62EB4F9B02}" dt="2025-12-22T09:04:37.528" v="0" actId="1076"/>
      <pc:docMkLst>
        <pc:docMk/>
      </pc:docMkLst>
      <pc:sldChg chg="modSp">
        <pc:chgData name="Rao Aditya Venkata Rama Mohan" userId="S::a_rao@twave.co.jp::33f1568d-6ae9-47af-aad1-7bece211ff71" providerId="AD" clId="Web-{780D4F89-5CE3-B3EB-2501-0A62EB4F9B02}" dt="2025-12-22T09:04:37.528" v="0" actId="1076"/>
        <pc:sldMkLst>
          <pc:docMk/>
          <pc:sldMk cId="3607228877" sldId="258"/>
        </pc:sldMkLst>
        <pc:spChg chg="mod">
          <ac:chgData name="Rao Aditya Venkata Rama Mohan" userId="S::a_rao@twave.co.jp::33f1568d-6ae9-47af-aad1-7bece211ff71" providerId="AD" clId="Web-{780D4F89-5CE3-B3EB-2501-0A62EB4F9B02}" dt="2025-12-22T09:04:37.528" v="0" actId="1076"/>
          <ac:spMkLst>
            <pc:docMk/>
            <pc:sldMk cId="3607228877" sldId="258"/>
            <ac:spMk id="3" creationId="{1917FC28-24D1-AF27-1009-D7218106475D}"/>
          </ac:spMkLst>
        </pc:spChg>
      </pc:sldChg>
    </pc:docChg>
  </pc:docChgLst>
  <pc:docChgLst>
    <pc:chgData name="張 大鵬" userId="S::d_cho@twave.co.jp::8bc94736-46d6-4889-bc64-b2d16d83d1e4" providerId="AD" clId="Web-{CE909268-D2F8-8561-1B56-E3F58672E38E}"/>
    <pc:docChg chg="modSld">
      <pc:chgData name="張 大鵬" userId="S::d_cho@twave.co.jp::8bc94736-46d6-4889-bc64-b2d16d83d1e4" providerId="AD" clId="Web-{CE909268-D2F8-8561-1B56-E3F58672E38E}" dt="2025-12-16T05:28:02.887" v="83" actId="20577"/>
      <pc:docMkLst>
        <pc:docMk/>
      </pc:docMkLst>
      <pc:sldChg chg="modSp">
        <pc:chgData name="張 大鵬" userId="S::d_cho@twave.co.jp::8bc94736-46d6-4889-bc64-b2d16d83d1e4" providerId="AD" clId="Web-{CE909268-D2F8-8561-1B56-E3F58672E38E}" dt="2025-12-16T05:04:27.340" v="7" actId="20577"/>
        <pc:sldMkLst>
          <pc:docMk/>
          <pc:sldMk cId="456185050" sldId="257"/>
        </pc:sldMkLst>
        <pc:spChg chg="mod">
          <ac:chgData name="張 大鵬" userId="S::d_cho@twave.co.jp::8bc94736-46d6-4889-bc64-b2d16d83d1e4" providerId="AD" clId="Web-{CE909268-D2F8-8561-1B56-E3F58672E38E}" dt="2025-12-16T05:04:27.340" v="7" actId="20577"/>
          <ac:spMkLst>
            <pc:docMk/>
            <pc:sldMk cId="456185050" sldId="257"/>
            <ac:spMk id="3" creationId="{499A2E11-8653-2D0D-6548-C9033BCCF69B}"/>
          </ac:spMkLst>
        </pc:spChg>
      </pc:sldChg>
      <pc:sldChg chg="modSp">
        <pc:chgData name="張 大鵬" userId="S::d_cho@twave.co.jp::8bc94736-46d6-4889-bc64-b2d16d83d1e4" providerId="AD" clId="Web-{CE909268-D2F8-8561-1B56-E3F58672E38E}" dt="2025-12-16T05:12:23.556" v="13" actId="20577"/>
        <pc:sldMkLst>
          <pc:docMk/>
          <pc:sldMk cId="2103694536" sldId="260"/>
        </pc:sldMkLst>
        <pc:spChg chg="mod">
          <ac:chgData name="張 大鵬" userId="S::d_cho@twave.co.jp::8bc94736-46d6-4889-bc64-b2d16d83d1e4" providerId="AD" clId="Web-{CE909268-D2F8-8561-1B56-E3F58672E38E}" dt="2025-12-16T05:12:23.556" v="13" actId="20577"/>
          <ac:spMkLst>
            <pc:docMk/>
            <pc:sldMk cId="2103694536" sldId="260"/>
            <ac:spMk id="3" creationId="{789A61EC-E1A8-E1E8-4BE3-0E4141FC93AC}"/>
          </ac:spMkLst>
        </pc:spChg>
      </pc:sldChg>
      <pc:sldChg chg="modSp">
        <pc:chgData name="張 大鵬" userId="S::d_cho@twave.co.jp::8bc94736-46d6-4889-bc64-b2d16d83d1e4" providerId="AD" clId="Web-{CE909268-D2F8-8561-1B56-E3F58672E38E}" dt="2025-12-16T05:23:02.495" v="37"/>
        <pc:sldMkLst>
          <pc:docMk/>
          <pc:sldMk cId="941712669" sldId="263"/>
        </pc:sldMkLst>
        <pc:graphicFrameChg chg="mod modGraphic">
          <ac:chgData name="張 大鵬" userId="S::d_cho@twave.co.jp::8bc94736-46d6-4889-bc64-b2d16d83d1e4" providerId="AD" clId="Web-{CE909268-D2F8-8561-1B56-E3F58672E38E}" dt="2025-12-16T05:23:02.495" v="37"/>
          <ac:graphicFrameMkLst>
            <pc:docMk/>
            <pc:sldMk cId="941712669" sldId="263"/>
            <ac:graphicFrameMk id="4" creationId="{33D0EDA6-E43F-6872-FC43-A461E6B534AC}"/>
          </ac:graphicFrameMkLst>
        </pc:graphicFrameChg>
      </pc:sldChg>
      <pc:sldChg chg="modSp modNotes">
        <pc:chgData name="張 大鵬" userId="S::d_cho@twave.co.jp::8bc94736-46d6-4889-bc64-b2d16d83d1e4" providerId="AD" clId="Web-{CE909268-D2F8-8561-1B56-E3F58672E38E}" dt="2025-12-16T05:25:03.660" v="66"/>
        <pc:sldMkLst>
          <pc:docMk/>
          <pc:sldMk cId="1052992338" sldId="264"/>
        </pc:sldMkLst>
        <pc:spChg chg="mod">
          <ac:chgData name="張 大鵬" userId="S::d_cho@twave.co.jp::8bc94736-46d6-4889-bc64-b2d16d83d1e4" providerId="AD" clId="Web-{CE909268-D2F8-8561-1B56-E3F58672E38E}" dt="2025-12-16T05:24:46.487" v="61" actId="20577"/>
          <ac:spMkLst>
            <pc:docMk/>
            <pc:sldMk cId="1052992338" sldId="264"/>
            <ac:spMk id="3" creationId="{ED0A641A-4F4E-F041-A2B8-893227710318}"/>
          </ac:spMkLst>
        </pc:spChg>
        <pc:graphicFrameChg chg="mod modGraphic">
          <ac:chgData name="張 大鵬" userId="S::d_cho@twave.co.jp::8bc94736-46d6-4889-bc64-b2d16d83d1e4" providerId="AD" clId="Web-{CE909268-D2F8-8561-1B56-E3F58672E38E}" dt="2025-12-16T05:25:03.660" v="66"/>
          <ac:graphicFrameMkLst>
            <pc:docMk/>
            <pc:sldMk cId="1052992338" sldId="264"/>
            <ac:graphicFrameMk id="4" creationId="{0EB40AB1-1F8E-0A8E-B6A9-998D151EED14}"/>
          </ac:graphicFrameMkLst>
        </pc:graphicFrameChg>
      </pc:sldChg>
      <pc:sldChg chg="modSp">
        <pc:chgData name="張 大鵬" userId="S::d_cho@twave.co.jp::8bc94736-46d6-4889-bc64-b2d16d83d1e4" providerId="AD" clId="Web-{CE909268-D2F8-8561-1B56-E3F58672E38E}" dt="2025-12-16T05:25:54.507" v="76" actId="20577"/>
        <pc:sldMkLst>
          <pc:docMk/>
          <pc:sldMk cId="3982800154" sldId="266"/>
        </pc:sldMkLst>
        <pc:spChg chg="mod">
          <ac:chgData name="張 大鵬" userId="S::d_cho@twave.co.jp::8bc94736-46d6-4889-bc64-b2d16d83d1e4" providerId="AD" clId="Web-{CE909268-D2F8-8561-1B56-E3F58672E38E}" dt="2025-12-16T05:25:54.507" v="76" actId="20577"/>
          <ac:spMkLst>
            <pc:docMk/>
            <pc:sldMk cId="3982800154" sldId="266"/>
            <ac:spMk id="3" creationId="{4C25ADA8-8020-AB54-E728-B785F2EA8E1D}"/>
          </ac:spMkLst>
        </pc:spChg>
      </pc:sldChg>
      <pc:sldChg chg="modSp">
        <pc:chgData name="張 大鵬" userId="S::d_cho@twave.co.jp::8bc94736-46d6-4889-bc64-b2d16d83d1e4" providerId="AD" clId="Web-{CE909268-D2F8-8561-1B56-E3F58672E38E}" dt="2025-12-16T05:28:02.887" v="83" actId="20577"/>
        <pc:sldMkLst>
          <pc:docMk/>
          <pc:sldMk cId="1177707712" sldId="268"/>
        </pc:sldMkLst>
        <pc:spChg chg="mod">
          <ac:chgData name="張 大鵬" userId="S::d_cho@twave.co.jp::8bc94736-46d6-4889-bc64-b2d16d83d1e4" providerId="AD" clId="Web-{CE909268-D2F8-8561-1B56-E3F58672E38E}" dt="2025-12-16T05:28:02.887" v="83" actId="20577"/>
          <ac:spMkLst>
            <pc:docMk/>
            <pc:sldMk cId="1177707712" sldId="268"/>
            <ac:spMk id="3" creationId="{9825D0B4-3183-7522-2CA0-C8727ED0452D}"/>
          </ac:spMkLst>
        </pc:spChg>
      </pc:sldChg>
    </pc:docChg>
  </pc:docChgLst>
  <pc:docChgLst>
    <pc:chgData name="Rao Aditya Venkata Rama Mohan" userId="33f1568d-6ae9-47af-aad1-7bece211ff71" providerId="ADAL" clId="{E61ED898-FBC4-453D-8CC1-E1F913C92C10}"/>
    <pc:docChg chg="custSel addSld modSld">
      <pc:chgData name="Rao Aditya Venkata Rama Mohan" userId="33f1568d-6ae9-47af-aad1-7bece211ff71" providerId="ADAL" clId="{E61ED898-FBC4-453D-8CC1-E1F913C92C10}" dt="2025-12-17T10:25:45.075" v="130" actId="20577"/>
      <pc:docMkLst>
        <pc:docMk/>
      </pc:docMkLst>
      <pc:sldChg chg="modSp mod modNotesTx">
        <pc:chgData name="Rao Aditya Venkata Rama Mohan" userId="33f1568d-6ae9-47af-aad1-7bece211ff71" providerId="ADAL" clId="{E61ED898-FBC4-453D-8CC1-E1F913C92C10}" dt="2025-12-17T07:40:42.515" v="129" actId="6549"/>
        <pc:sldMkLst>
          <pc:docMk/>
          <pc:sldMk cId="3996157455" sldId="256"/>
        </pc:sldMkLst>
        <pc:spChg chg="mod">
          <ac:chgData name="Rao Aditya Venkata Rama Mohan" userId="33f1568d-6ae9-47af-aad1-7bece211ff71" providerId="ADAL" clId="{E61ED898-FBC4-453D-8CC1-E1F913C92C10}" dt="2025-12-15T07:17:32.997" v="8"/>
          <ac:spMkLst>
            <pc:docMk/>
            <pc:sldMk cId="3996157455" sldId="256"/>
            <ac:spMk id="2" creationId="{60E14C92-F597-0434-B3E5-B7DCDBB4EAB8}"/>
          </ac:spMkLst>
        </pc:spChg>
        <pc:spChg chg="mod">
          <ac:chgData name="Rao Aditya Venkata Rama Mohan" userId="33f1568d-6ae9-47af-aad1-7bece211ff71" providerId="ADAL" clId="{E61ED898-FBC4-453D-8CC1-E1F913C92C10}" dt="2025-12-17T07:39:23.691" v="127" actId="20577"/>
          <ac:spMkLst>
            <pc:docMk/>
            <pc:sldMk cId="3996157455" sldId="256"/>
            <ac:spMk id="3" creationId="{C7CCF05A-E537-614D-985F-8ECDB61230A3}"/>
          </ac:spMkLst>
        </pc:spChg>
      </pc:sldChg>
      <pc:sldChg chg="modSp mod">
        <pc:chgData name="Rao Aditya Venkata Rama Mohan" userId="33f1568d-6ae9-47af-aad1-7bece211ff71" providerId="ADAL" clId="{E61ED898-FBC4-453D-8CC1-E1F913C92C10}" dt="2025-12-15T07:17:32.997" v="8"/>
        <pc:sldMkLst>
          <pc:docMk/>
          <pc:sldMk cId="456185050" sldId="257"/>
        </pc:sldMkLst>
        <pc:spChg chg="mod">
          <ac:chgData name="Rao Aditya Venkata Rama Mohan" userId="33f1568d-6ae9-47af-aad1-7bece211ff71" providerId="ADAL" clId="{E61ED898-FBC4-453D-8CC1-E1F913C92C10}" dt="2025-12-15T07:17:32.997" v="8"/>
          <ac:spMkLst>
            <pc:docMk/>
            <pc:sldMk cId="456185050" sldId="257"/>
            <ac:spMk id="2" creationId="{F38AE43A-336F-A9F8-9305-74781B1EC99E}"/>
          </ac:spMkLst>
        </pc:spChg>
        <pc:spChg chg="mod">
          <ac:chgData name="Rao Aditya Venkata Rama Mohan" userId="33f1568d-6ae9-47af-aad1-7bece211ff71" providerId="ADAL" clId="{E61ED898-FBC4-453D-8CC1-E1F913C92C10}" dt="2025-12-15T07:17:32.997" v="8"/>
          <ac:spMkLst>
            <pc:docMk/>
            <pc:sldMk cId="456185050" sldId="257"/>
            <ac:spMk id="3" creationId="{499A2E11-8653-2D0D-6548-C9033BCCF69B}"/>
          </ac:spMkLst>
        </pc:spChg>
      </pc:sldChg>
      <pc:sldChg chg="modSp mod">
        <pc:chgData name="Rao Aditya Venkata Rama Mohan" userId="33f1568d-6ae9-47af-aad1-7bece211ff71" providerId="ADAL" clId="{E61ED898-FBC4-453D-8CC1-E1F913C92C10}" dt="2025-12-17T10:25:45.075" v="130" actId="20577"/>
        <pc:sldMkLst>
          <pc:docMk/>
          <pc:sldMk cId="3607228877" sldId="258"/>
        </pc:sldMkLst>
        <pc:spChg chg="mod">
          <ac:chgData name="Rao Aditya Venkata Rama Mohan" userId="33f1568d-6ae9-47af-aad1-7bece211ff71" providerId="ADAL" clId="{E61ED898-FBC4-453D-8CC1-E1F913C92C10}" dt="2025-12-17T10:25:45.075" v="130" actId="20577"/>
          <ac:spMkLst>
            <pc:docMk/>
            <pc:sldMk cId="3607228877" sldId="258"/>
            <ac:spMk id="2" creationId="{2BE8C159-788E-2F46-EB76-49F84CD50B6E}"/>
          </ac:spMkLst>
        </pc:spChg>
        <pc:spChg chg="mod">
          <ac:chgData name="Rao Aditya Venkata Rama Mohan" userId="33f1568d-6ae9-47af-aad1-7bece211ff71" providerId="ADAL" clId="{E61ED898-FBC4-453D-8CC1-E1F913C92C10}" dt="2025-12-15T07:18:01.721" v="11" actId="27636"/>
          <ac:spMkLst>
            <pc:docMk/>
            <pc:sldMk cId="3607228877" sldId="258"/>
            <ac:spMk id="3" creationId="{1917FC28-24D1-AF27-1009-D7218106475D}"/>
          </ac:spMkLst>
        </pc:spChg>
      </pc:sldChg>
      <pc:sldChg chg="modSp mod">
        <pc:chgData name="Rao Aditya Venkata Rama Mohan" userId="33f1568d-6ae9-47af-aad1-7bece211ff71" providerId="ADAL" clId="{E61ED898-FBC4-453D-8CC1-E1F913C92C10}" dt="2025-12-15T07:18:40.244" v="14"/>
        <pc:sldMkLst>
          <pc:docMk/>
          <pc:sldMk cId="717298609" sldId="259"/>
        </pc:sldMkLst>
        <pc:spChg chg="mod">
          <ac:chgData name="Rao Aditya Venkata Rama Mohan" userId="33f1568d-6ae9-47af-aad1-7bece211ff71" providerId="ADAL" clId="{E61ED898-FBC4-453D-8CC1-E1F913C92C10}" dt="2025-12-15T07:18:32.079" v="13" actId="6549"/>
          <ac:spMkLst>
            <pc:docMk/>
            <pc:sldMk cId="717298609" sldId="259"/>
            <ac:spMk id="2" creationId="{7A5BDD3E-E268-820E-DDA3-777AB7B7554E}"/>
          </ac:spMkLst>
        </pc:spChg>
        <pc:spChg chg="mod">
          <ac:chgData name="Rao Aditya Venkata Rama Mohan" userId="33f1568d-6ae9-47af-aad1-7bece211ff71" providerId="ADAL" clId="{E61ED898-FBC4-453D-8CC1-E1F913C92C10}" dt="2025-12-15T07:18:40.244" v="14"/>
          <ac:spMkLst>
            <pc:docMk/>
            <pc:sldMk cId="717298609" sldId="259"/>
            <ac:spMk id="3" creationId="{7D850BDD-E4F7-309F-F598-1587EE5F352E}"/>
          </ac:spMkLst>
        </pc:spChg>
      </pc:sldChg>
      <pc:sldChg chg="addSp modSp">
        <pc:chgData name="Rao Aditya Venkata Rama Mohan" userId="33f1568d-6ae9-47af-aad1-7bece211ff71" providerId="ADAL" clId="{E61ED898-FBC4-453D-8CC1-E1F913C92C10}" dt="2025-12-15T07:19:27.147" v="18"/>
        <pc:sldMkLst>
          <pc:docMk/>
          <pc:sldMk cId="2103694536" sldId="260"/>
        </pc:sldMkLst>
        <pc:spChg chg="mod">
          <ac:chgData name="Rao Aditya Venkata Rama Mohan" userId="33f1568d-6ae9-47af-aad1-7bece211ff71" providerId="ADAL" clId="{E61ED898-FBC4-453D-8CC1-E1F913C92C10}" dt="2025-12-15T07:19:00.189" v="15"/>
          <ac:spMkLst>
            <pc:docMk/>
            <pc:sldMk cId="2103694536" sldId="260"/>
            <ac:spMk id="2" creationId="{E40D8F95-D67B-1B4F-7DC6-DCE06C3CDAC3}"/>
          </ac:spMkLst>
        </pc:spChg>
        <pc:spChg chg="mod">
          <ac:chgData name="Rao Aditya Venkata Rama Mohan" userId="33f1568d-6ae9-47af-aad1-7bece211ff71" providerId="ADAL" clId="{E61ED898-FBC4-453D-8CC1-E1F913C92C10}" dt="2025-12-15T07:19:27.147" v="18"/>
          <ac:spMkLst>
            <pc:docMk/>
            <pc:sldMk cId="2103694536" sldId="260"/>
            <ac:spMk id="3" creationId="{789A61EC-E1A8-E1E8-4BE3-0E4141FC93AC}"/>
          </ac:spMkLst>
        </pc:spChg>
      </pc:sldChg>
      <pc:sldChg chg="modSp">
        <pc:chgData name="Rao Aditya Venkata Rama Mohan" userId="33f1568d-6ae9-47af-aad1-7bece211ff71" providerId="ADAL" clId="{E61ED898-FBC4-453D-8CC1-E1F913C92C10}" dt="2025-12-15T07:20:38.367" v="27"/>
        <pc:sldMkLst>
          <pc:docMk/>
          <pc:sldMk cId="3458608857" sldId="261"/>
        </pc:sldMkLst>
        <pc:spChg chg="mod">
          <ac:chgData name="Rao Aditya Venkata Rama Mohan" userId="33f1568d-6ae9-47af-aad1-7bece211ff71" providerId="ADAL" clId="{E61ED898-FBC4-453D-8CC1-E1F913C92C10}" dt="2025-12-15T07:20:27.684" v="26"/>
          <ac:spMkLst>
            <pc:docMk/>
            <pc:sldMk cId="3458608857" sldId="261"/>
            <ac:spMk id="2" creationId="{6CEEC8D7-9BD6-CA5E-9600-0D2F32053444}"/>
          </ac:spMkLst>
        </pc:spChg>
        <pc:spChg chg="mod">
          <ac:chgData name="Rao Aditya Venkata Rama Mohan" userId="33f1568d-6ae9-47af-aad1-7bece211ff71" providerId="ADAL" clId="{E61ED898-FBC4-453D-8CC1-E1F913C92C10}" dt="2025-12-15T07:20:38.367" v="27"/>
          <ac:spMkLst>
            <pc:docMk/>
            <pc:sldMk cId="3458608857" sldId="261"/>
            <ac:spMk id="3" creationId="{662C201E-BB8E-7D2A-7F60-D32D6127D1DF}"/>
          </ac:spMkLst>
        </pc:spChg>
      </pc:sldChg>
      <pc:sldChg chg="addSp delSp modSp new mod">
        <pc:chgData name="Rao Aditya Venkata Rama Mohan" userId="33f1568d-6ae9-47af-aad1-7bece211ff71" providerId="ADAL" clId="{E61ED898-FBC4-453D-8CC1-E1F913C92C10}" dt="2025-12-15T07:20:12.614" v="25"/>
        <pc:sldMkLst>
          <pc:docMk/>
          <pc:sldMk cId="958518128" sldId="262"/>
        </pc:sldMkLst>
        <pc:spChg chg="mod">
          <ac:chgData name="Rao Aditya Venkata Rama Mohan" userId="33f1568d-6ae9-47af-aad1-7bece211ff71" providerId="ADAL" clId="{E61ED898-FBC4-453D-8CC1-E1F913C92C10}" dt="2025-12-15T07:20:12.614" v="25"/>
          <ac:spMkLst>
            <pc:docMk/>
            <pc:sldMk cId="958518128" sldId="262"/>
            <ac:spMk id="2" creationId="{D8259C0F-5FC6-F554-0994-D1B0923F5EB6}"/>
          </ac:spMkLst>
        </pc:spChg>
        <pc:graphicFrameChg chg="add mod ord modGraphic">
          <ac:chgData name="Rao Aditya Venkata Rama Mohan" userId="33f1568d-6ae9-47af-aad1-7bece211ff71" providerId="ADAL" clId="{E61ED898-FBC4-453D-8CC1-E1F913C92C10}" dt="2025-12-15T07:20:06.241" v="24" actId="1076"/>
          <ac:graphicFrameMkLst>
            <pc:docMk/>
            <pc:sldMk cId="958518128" sldId="262"/>
            <ac:graphicFrameMk id="4" creationId="{4F120F1C-EA40-7181-87CE-8C6D178C54A2}"/>
          </ac:graphicFrameMkLst>
        </pc:graphicFrameChg>
      </pc:sldChg>
      <pc:sldChg chg="addSp delSp modSp new mod">
        <pc:chgData name="Rao Aditya Venkata Rama Mohan" userId="33f1568d-6ae9-47af-aad1-7bece211ff71" providerId="ADAL" clId="{E61ED898-FBC4-453D-8CC1-E1F913C92C10}" dt="2025-12-15T07:22:36.850" v="44"/>
        <pc:sldMkLst>
          <pc:docMk/>
          <pc:sldMk cId="941712669" sldId="263"/>
        </pc:sldMkLst>
        <pc:spChg chg="mod">
          <ac:chgData name="Rao Aditya Venkata Rama Mohan" userId="33f1568d-6ae9-47af-aad1-7bece211ff71" providerId="ADAL" clId="{E61ED898-FBC4-453D-8CC1-E1F913C92C10}" dt="2025-12-15T07:21:15.906" v="29"/>
          <ac:spMkLst>
            <pc:docMk/>
            <pc:sldMk cId="941712669" sldId="263"/>
            <ac:spMk id="2" creationId="{BE52C0C4-8216-5E6F-F07C-0019AB6E388B}"/>
          </ac:spMkLst>
        </pc:spChg>
        <pc:spChg chg="add mod">
          <ac:chgData name="Rao Aditya Venkata Rama Mohan" userId="33f1568d-6ae9-47af-aad1-7bece211ff71" providerId="ADAL" clId="{E61ED898-FBC4-453D-8CC1-E1F913C92C10}" dt="2025-12-15T07:22:19.021" v="41" actId="1076"/>
          <ac:spMkLst>
            <pc:docMk/>
            <pc:sldMk cId="941712669" sldId="263"/>
            <ac:spMk id="6" creationId="{A44D8C82-D453-3B60-944B-C1B2C6F9543A}"/>
          </ac:spMkLst>
        </pc:spChg>
        <pc:spChg chg="add mod">
          <ac:chgData name="Rao Aditya Venkata Rama Mohan" userId="33f1568d-6ae9-47af-aad1-7bece211ff71" providerId="ADAL" clId="{E61ED898-FBC4-453D-8CC1-E1F913C92C10}" dt="2025-12-15T07:22:36.850" v="44"/>
          <ac:spMkLst>
            <pc:docMk/>
            <pc:sldMk cId="941712669" sldId="263"/>
            <ac:spMk id="7" creationId="{19DEC953-02B8-E0BA-2EC1-0284009642A6}"/>
          </ac:spMkLst>
        </pc:spChg>
        <pc:graphicFrameChg chg="add mod ord modGraphic">
          <ac:chgData name="Rao Aditya Venkata Rama Mohan" userId="33f1568d-6ae9-47af-aad1-7bece211ff71" providerId="ADAL" clId="{E61ED898-FBC4-453D-8CC1-E1F913C92C10}" dt="2025-12-15T07:22:22.106" v="42" actId="1076"/>
          <ac:graphicFrameMkLst>
            <pc:docMk/>
            <pc:sldMk cId="941712669" sldId="263"/>
            <ac:graphicFrameMk id="4" creationId="{33D0EDA6-E43F-6872-FC43-A461E6B534AC}"/>
          </ac:graphicFrameMkLst>
        </pc:graphicFrameChg>
      </pc:sldChg>
      <pc:sldChg chg="addSp modSp new mod">
        <pc:chgData name="Rao Aditya Venkata Rama Mohan" userId="33f1568d-6ae9-47af-aad1-7bece211ff71" providerId="ADAL" clId="{E61ED898-FBC4-453D-8CC1-E1F913C92C10}" dt="2025-12-15T07:25:34.667" v="67" actId="20577"/>
        <pc:sldMkLst>
          <pc:docMk/>
          <pc:sldMk cId="1052992338" sldId="264"/>
        </pc:sldMkLst>
        <pc:spChg chg="mod">
          <ac:chgData name="Rao Aditya Venkata Rama Mohan" userId="33f1568d-6ae9-47af-aad1-7bece211ff71" providerId="ADAL" clId="{E61ED898-FBC4-453D-8CC1-E1F913C92C10}" dt="2025-12-15T07:22:54.528" v="46"/>
          <ac:spMkLst>
            <pc:docMk/>
            <pc:sldMk cId="1052992338" sldId="264"/>
            <ac:spMk id="2" creationId="{C988657A-919E-BD6E-A63C-CB89C10DB3C9}"/>
          </ac:spMkLst>
        </pc:spChg>
        <pc:spChg chg="mod">
          <ac:chgData name="Rao Aditya Venkata Rama Mohan" userId="33f1568d-6ae9-47af-aad1-7bece211ff71" providerId="ADAL" clId="{E61ED898-FBC4-453D-8CC1-E1F913C92C10}" dt="2025-12-15T07:23:14.533" v="49" actId="27636"/>
          <ac:spMkLst>
            <pc:docMk/>
            <pc:sldMk cId="1052992338" sldId="264"/>
            <ac:spMk id="3" creationId="{ED0A641A-4F4E-F041-A2B8-893227710318}"/>
          </ac:spMkLst>
        </pc:spChg>
        <pc:graphicFrameChg chg="add mod modGraphic">
          <ac:chgData name="Rao Aditya Venkata Rama Mohan" userId="33f1568d-6ae9-47af-aad1-7bece211ff71" providerId="ADAL" clId="{E61ED898-FBC4-453D-8CC1-E1F913C92C10}" dt="2025-12-15T07:25:34.667" v="67" actId="20577"/>
          <ac:graphicFrameMkLst>
            <pc:docMk/>
            <pc:sldMk cId="1052992338" sldId="264"/>
            <ac:graphicFrameMk id="4" creationId="{0EB40AB1-1F8E-0A8E-B6A9-998D151EED14}"/>
          </ac:graphicFrameMkLst>
        </pc:graphicFrameChg>
      </pc:sldChg>
      <pc:sldChg chg="addSp delSp modSp new mod">
        <pc:chgData name="Rao Aditya Venkata Rama Mohan" userId="33f1568d-6ae9-47af-aad1-7bece211ff71" providerId="ADAL" clId="{E61ED898-FBC4-453D-8CC1-E1F913C92C10}" dt="2025-12-15T07:27:37.585" v="87" actId="1076"/>
        <pc:sldMkLst>
          <pc:docMk/>
          <pc:sldMk cId="3159867005" sldId="265"/>
        </pc:sldMkLst>
        <pc:spChg chg="mod">
          <ac:chgData name="Rao Aditya Venkata Rama Mohan" userId="33f1568d-6ae9-47af-aad1-7bece211ff71" providerId="ADAL" clId="{E61ED898-FBC4-453D-8CC1-E1F913C92C10}" dt="2025-12-15T07:26:28.880" v="69"/>
          <ac:spMkLst>
            <pc:docMk/>
            <pc:sldMk cId="3159867005" sldId="265"/>
            <ac:spMk id="2" creationId="{09E8DB56-B249-1FB3-A234-950C8139FCF6}"/>
          </ac:spMkLst>
        </pc:spChg>
        <pc:spChg chg="add del mod">
          <ac:chgData name="Rao Aditya Venkata Rama Mohan" userId="33f1568d-6ae9-47af-aad1-7bece211ff71" providerId="ADAL" clId="{E61ED898-FBC4-453D-8CC1-E1F913C92C10}" dt="2025-12-15T07:27:31.589" v="86" actId="20577"/>
          <ac:spMkLst>
            <pc:docMk/>
            <pc:sldMk cId="3159867005" sldId="265"/>
            <ac:spMk id="3" creationId="{89CD2B75-DB14-C1A1-2E79-2172A61406E4}"/>
          </ac:spMkLst>
        </pc:spChg>
        <pc:graphicFrameChg chg="add mod">
          <ac:chgData name="Rao Aditya Venkata Rama Mohan" userId="33f1568d-6ae9-47af-aad1-7bece211ff71" providerId="ADAL" clId="{E61ED898-FBC4-453D-8CC1-E1F913C92C10}" dt="2025-12-15T07:27:37.585" v="87" actId="1076"/>
          <ac:graphicFrameMkLst>
            <pc:docMk/>
            <pc:sldMk cId="3159867005" sldId="265"/>
            <ac:graphicFrameMk id="6" creationId="{E0ED0487-E255-4D94-7206-E70C5780C35D}"/>
          </ac:graphicFrameMkLst>
        </pc:graphicFrameChg>
      </pc:sldChg>
      <pc:sldChg chg="modSp new mod">
        <pc:chgData name="Rao Aditya Venkata Rama Mohan" userId="33f1568d-6ae9-47af-aad1-7bece211ff71" providerId="ADAL" clId="{E61ED898-FBC4-453D-8CC1-E1F913C92C10}" dt="2025-12-15T07:35:09.901" v="121" actId="5793"/>
        <pc:sldMkLst>
          <pc:docMk/>
          <pc:sldMk cId="3982800154" sldId="266"/>
        </pc:sldMkLst>
        <pc:spChg chg="mod">
          <ac:chgData name="Rao Aditya Venkata Rama Mohan" userId="33f1568d-6ae9-47af-aad1-7bece211ff71" providerId="ADAL" clId="{E61ED898-FBC4-453D-8CC1-E1F913C92C10}" dt="2025-12-15T07:28:01.574" v="89"/>
          <ac:spMkLst>
            <pc:docMk/>
            <pc:sldMk cId="3982800154" sldId="266"/>
            <ac:spMk id="2" creationId="{3D75392F-ED41-9E9A-EF61-2072A4305810}"/>
          </ac:spMkLst>
        </pc:spChg>
        <pc:spChg chg="mod">
          <ac:chgData name="Rao Aditya Venkata Rama Mohan" userId="33f1568d-6ae9-47af-aad1-7bece211ff71" providerId="ADAL" clId="{E61ED898-FBC4-453D-8CC1-E1F913C92C10}" dt="2025-12-15T07:35:09.901" v="121" actId="5793"/>
          <ac:spMkLst>
            <pc:docMk/>
            <pc:sldMk cId="3982800154" sldId="266"/>
            <ac:spMk id="3" creationId="{4C25ADA8-8020-AB54-E728-B785F2EA8E1D}"/>
          </ac:spMkLst>
        </pc:spChg>
      </pc:sldChg>
      <pc:sldChg chg="modSp new mod">
        <pc:chgData name="Rao Aditya Venkata Rama Mohan" userId="33f1568d-6ae9-47af-aad1-7bece211ff71" providerId="ADAL" clId="{E61ED898-FBC4-453D-8CC1-E1F913C92C10}" dt="2025-12-15T07:31:13.887" v="103" actId="20577"/>
        <pc:sldMkLst>
          <pc:docMk/>
          <pc:sldMk cId="1260213669" sldId="267"/>
        </pc:sldMkLst>
        <pc:spChg chg="mod">
          <ac:chgData name="Rao Aditya Venkata Rama Mohan" userId="33f1568d-6ae9-47af-aad1-7bece211ff71" providerId="ADAL" clId="{E61ED898-FBC4-453D-8CC1-E1F913C92C10}" dt="2025-12-15T07:30:59.946" v="99"/>
          <ac:spMkLst>
            <pc:docMk/>
            <pc:sldMk cId="1260213669" sldId="267"/>
            <ac:spMk id="2" creationId="{7AA34C53-860A-377C-05FF-A207E24BB30B}"/>
          </ac:spMkLst>
        </pc:spChg>
        <pc:spChg chg="mod">
          <ac:chgData name="Rao Aditya Venkata Rama Mohan" userId="33f1568d-6ae9-47af-aad1-7bece211ff71" providerId="ADAL" clId="{E61ED898-FBC4-453D-8CC1-E1F913C92C10}" dt="2025-12-15T07:31:13.887" v="103" actId="20577"/>
          <ac:spMkLst>
            <pc:docMk/>
            <pc:sldMk cId="1260213669" sldId="267"/>
            <ac:spMk id="3" creationId="{FC9D4300-8189-2FDD-1F55-11BEA41321AF}"/>
          </ac:spMkLst>
        </pc:spChg>
      </pc:sldChg>
      <pc:sldChg chg="modSp add">
        <pc:chgData name="Rao Aditya Venkata Rama Mohan" userId="33f1568d-6ae9-47af-aad1-7bece211ff71" providerId="ADAL" clId="{E61ED898-FBC4-453D-8CC1-E1F913C92C10}" dt="2025-12-15T07:34:13.779" v="105"/>
        <pc:sldMkLst>
          <pc:docMk/>
          <pc:sldMk cId="1177707712" sldId="268"/>
        </pc:sldMkLst>
        <pc:spChg chg="mod">
          <ac:chgData name="Rao Aditya Venkata Rama Mohan" userId="33f1568d-6ae9-47af-aad1-7bece211ff71" providerId="ADAL" clId="{E61ED898-FBC4-453D-8CC1-E1F913C92C10}" dt="2025-12-15T07:34:06.208" v="104"/>
          <ac:spMkLst>
            <pc:docMk/>
            <pc:sldMk cId="1177707712" sldId="268"/>
            <ac:spMk id="2" creationId="{93D357FB-0F7A-1643-59D4-1C53CAF519FF}"/>
          </ac:spMkLst>
        </pc:spChg>
        <pc:spChg chg="mod">
          <ac:chgData name="Rao Aditya Venkata Rama Mohan" userId="33f1568d-6ae9-47af-aad1-7bece211ff71" providerId="ADAL" clId="{E61ED898-FBC4-453D-8CC1-E1F913C92C10}" dt="2025-12-15T07:34:13.779" v="105"/>
          <ac:spMkLst>
            <pc:docMk/>
            <pc:sldMk cId="1177707712" sldId="268"/>
            <ac:spMk id="3" creationId="{9825D0B4-3183-7522-2CA0-C8727ED0452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CB950-E617-4D92-AE0D-0653655E8F0A}" type="datetimeFigureOut">
              <a:t>12/22/2025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3319CB-35EE-416F-89B4-0EA182D59D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40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Shaina 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Kōdingu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Purattōmu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Nyūin</a:t>
            </a:r>
            <a:br>
              <a:rPr lang="en-US" dirty="0"/>
            </a:b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Seisankō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Nōkōchiku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Sēkyuriti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Kyōka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yoru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Kyōsō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Uwasei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Jissen</a:t>
            </a:r>
            <a:endParaRPr lang="en-US" dirty="0"/>
          </a:p>
          <a:p>
            <a:endParaRPr lang="en-US" dirty="0"/>
          </a:p>
          <a:p>
            <a:r>
              <a:rPr lang="en-US" dirty="0"/>
              <a:t>Introduction of an In-House AI Coding Platform</a:t>
            </a:r>
            <a:br>
              <a:rPr lang="en-US"/>
            </a:br>
            <a:r>
              <a:rPr lang="en-US"/>
              <a:t>Subtitle</a:t>
            </a:r>
            <a:r>
              <a:rPr lang="en-US" dirty="0"/>
              <a:t>: Achieving Competitive Advantage Through Enhanced Productivity and Security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0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Revolutionize code development within your enterprise and achieve a 30~50% increase in productivity. The platform ensures a competitive advantage by streamlining internal code development and enhancing security. Safety: Management and legal always ask: "Why do we need to send all our source code to OpenAI/Google/AWS?" From this perspective, only private cloud and on-premises inference are the strongest compliance measures.</a:t>
            </a:r>
          </a:p>
          <a:p>
            <a:b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245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21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3319CB-35EE-416F-89B4-0EA182D59D51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29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10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44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59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33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8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01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80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7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4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6F5C9EB-D78D-4380-8008-C22DCB79051D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0ACE24F-7A0D-474B-9B4C-62C45017E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14C92-F597-0434-B3E5-B7DCDBB4EA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Implementation of In-House AI Coding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CCF05A-E537-614D-985F-8ECDB61230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Boosting competitiveness through enhanced productivity and strengthened security.</a:t>
            </a:r>
          </a:p>
        </p:txBody>
      </p:sp>
    </p:spTree>
    <p:extLst>
      <p:ext uri="{BB962C8B-B14F-4D97-AF65-F5344CB8AC3E}">
        <p14:creationId xmlns:p14="http://schemas.microsoft.com/office/powerpoint/2010/main" val="399615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E43A-336F-A9F8-9305-74781B1EC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Implementation of In-House AI Coding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2E11-8653-2D0D-6548-C9033BCCF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/>
              <a:t>Within our enterprise, we will revolutionize code development, resulting in a 30-50% boost in productivity.</a:t>
            </a:r>
            <a:endParaRPr lang="en-US" altLang="ja-JP" dirty="0"/>
          </a:p>
          <a:p>
            <a:r>
              <a:rPr sz="2000"/>
              <a:t>This platform ensures a competitive edge by streamlining internal code development and bolstering security.</a:t>
            </a:r>
            <a:endParaRPr lang="en-US" altLang="ja-JP" dirty="0"/>
          </a:p>
          <a:p>
            <a:r>
              <a:rPr sz="2000"/>
              <a:t>Safety: Management and legal teams always ask about it.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What's the reason we need to share our entire source code with OpenAI, Google, and AWS?</a:t>
            </a:r>
          </a:p>
          <a:p>
            <a:r>
              <a:rPr sz="2000"/>
              <a:t>From this perspective, private clouds and on-premises inference are the most effective compliance solutions.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18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C159-788E-2F46-EB76-49F84CD5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The State of Affairs: Why Action is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7FC28-24D1-AF27-1009-D72181064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822" y="184735"/>
            <a:ext cx="7315200" cy="5120640"/>
          </a:xfrm>
        </p:spPr>
        <p:txBody>
          <a:bodyPr wrap="square" anchor="t">
            <a:noAutofit/>
          </a:bodyPr>
          <a:lstStyle/>
          <a:p>
            <a:r>
              <a:rPr sz="2000" b="1"/>
              <a:t>Security risk</a:t>
            </a:r>
            <a:endParaRPr lang="ja-JP" altLang="en-US" dirty="0"/>
          </a:p>
          <a:p>
            <a:pPr lvl="1"/>
            <a:r>
              <a:rPr sz="2000"/>
              <a:t>Upload code to cloud-based AI models like ChatGPT or Copilot.</a:t>
            </a:r>
          </a:p>
          <a:p>
            <a:pPr lvl="1"/>
            <a:r>
              <a:rPr sz="2000"/>
              <a:t>Internal source code, APIs, and system vulnerabilities leaking to the outside poses a significant risk.</a:t>
            </a:r>
          </a:p>
          <a:p>
            <a:pPr lvl="1"/>
            <a:r>
              <a:rPr sz="2000"/>
              <a:t>Once it's leaked, it's irretrievable.</a:t>
            </a:r>
          </a:p>
          <a:p>
            <a:r>
              <a:rPr sz="2000" b="1"/>
              <a:t>would be 'compliance issues' or 'compliance problems'.</a:t>
            </a:r>
            <a:endParaRPr lang="ja-JP" altLang="en-US" dirty="0"/>
          </a:p>
          <a:p>
            <a:pPr lvl="1"/>
            <a:r>
              <a:rPr sz="2000"/>
              <a:t>Failure to comply with GDPR and the CLOUD Act's cross-border regulations.</a:t>
            </a:r>
          </a:p>
          <a:p>
            <a:pPr lvl="1"/>
            <a:r>
              <a:rPr sz="2000"/>
              <a:t>Regulatory scrutiny and potential fines</a:t>
            </a:r>
          </a:p>
          <a:p>
            <a:r>
              <a:rPr sz="2000" b="1"/>
              <a:t>Economic stagnation</a:t>
            </a:r>
            <a:endParaRPr lang="ja-JP" altLang="en-US" dirty="0"/>
          </a:p>
          <a:p>
            <a:pPr lvl="1"/>
            <a:r>
              <a:rPr sz="2000"/>
              <a:t>Cloud API delays  hinder development productivity.</a:t>
            </a:r>
          </a:p>
          <a:p>
            <a:pPr lvl="1"/>
            <a:r>
              <a:rPr sz="2000"/>
              <a:t>The real-time completion feature is unavailable, significantly reducing its value as an IDE.</a:t>
            </a:r>
          </a:p>
          <a:p>
            <a:r>
              <a:rPr sz="2000" b="1"/>
              <a:t>Insufficient leverage of internal context</a:t>
            </a:r>
            <a:endParaRPr lang="ja-JP" altLang="en-US" dirty="0"/>
          </a:p>
          <a:p>
            <a:pPr lvl="1"/>
            <a:r>
              <a:rPr sz="2000"/>
              <a:t>In a Cloud LLM environment, access to internal Git, APIs, and frameworks is restricted.</a:t>
            </a:r>
          </a:p>
          <a:p>
            <a:pPr lvl="1"/>
            <a:r>
              <a:rPr sz="2000"/>
              <a:t>Only generic code proposals are offered, which do not meet the company's specific quality standards.</a:t>
            </a:r>
          </a:p>
        </p:txBody>
      </p:sp>
    </p:spTree>
    <p:extLst>
      <p:ext uri="{BB962C8B-B14F-4D97-AF65-F5344CB8AC3E}">
        <p14:creationId xmlns:p14="http://schemas.microsoft.com/office/powerpoint/2010/main" val="3607228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BDD3E-E268-820E-DDA3-777AB7B75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.
"Business Impact" or "Business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50BDD-E4F7-309F-F598-1587EE5F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Key performance indicators</a:t>
            </a:r>
          </a:p>
          <a:p>
            <a:r>
              <a:rPr sz="2000" b="1"/>
              <a:t>Code description time reduced by 30-50%.</a:t>
            </a:r>
          </a:p>
          <a:p>
            <a:r>
              <a:rPr sz="2000" b="1"/>
              <a:t>PR Review Time Reduced by 31.8%</a:t>
            </a:r>
          </a:p>
          <a:p>
            <a:r>
              <a:rPr sz="2000" b="1"/>
              <a:t>Enhancing Code Quality through Automated Testing: Fewer Bugs, Better Code</a:t>
            </a:r>
          </a:p>
          <a:p>
            <a:r>
              <a:rPr sz="2000" b="1"/>
              <a:t>Productivity gains for junior engineers: 77% improvement ".</a:t>
            </a:r>
          </a:p>
          <a:p>
            <a:r>
              <a:rPr sz="2000" b="1"/>
              <a:t>Case study" or "Illustrative example</a:t>
            </a:r>
          </a:p>
          <a:p>
            <a:r>
              <a:rPr sz="2000"/>
              <a:t>For a 100-person development team, the annual impact is equivalent to the cost of 2-3 people per year.</a:t>
            </a:r>
          </a:p>
          <a:p>
            <a:r>
              <a:rPr sz="2000"/>
              <a:t>By streamlining our functional release schedule, we can prevent missing out on market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7172986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D8F95-D67B-1B4F-7DC6-DCE06C3C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Information Security and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A61EC-E1A8-E1E8-4BE3-0E4141FC9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Risks associated with Cloud LLM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In 2023, 4.7% of employees were found to have sent confidential information to ChatGPT as a result of investigations.</a:t>
            </a:r>
            <a:endParaRPr lang="ja-JP" altLang="en-US" sz="2000" dirty="0">
              <a:ea typeface="ＭＳ ゴシック"/>
            </a:endParaRP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OpenAI data leak incident in March 2023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Italy has temporarily blocked ChatGPT due to a GDPR breach.</a:t>
            </a:r>
          </a:p>
          <a:p>
            <a:r>
              <a:rPr sz="2000" b="1"/>
              <a:t>On-premises deployment benefits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 b="1"/>
              <a:t>The data remains within the enterprise DMZ.</a:t>
            </a:r>
            <a:endParaRPr lang="ja-JP" altLang="en-US" sz="2000" dirty="0">
              <a:ea typeface="ＭＳ ゴシック"/>
            </a:endParaRP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With complete domain isolation, the risk of code theft and information leaks is eliminated.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Complying with regulatory requirements under GDPR, CLOUD Act, and other relevant laws.</a:t>
            </a:r>
          </a:p>
        </p:txBody>
      </p:sp>
    </p:spTree>
    <p:extLst>
      <p:ext uri="{BB962C8B-B14F-4D97-AF65-F5344CB8AC3E}">
        <p14:creationId xmlns:p14="http://schemas.microsoft.com/office/powerpoint/2010/main" val="2103694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9C0F-5FC6-F554-0994-D1B0923F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Compliance audit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120F1C-EA40-7181-87CE-8C6D178C54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8215195"/>
              </p:ext>
            </p:extLst>
          </p:nvPr>
        </p:nvGraphicFramePr>
        <p:xfrm>
          <a:off x="3862987" y="1611222"/>
          <a:ext cx="7315200" cy="27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21959848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4114174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12895064"/>
                    </a:ext>
                  </a:extLst>
                </a:gridCol>
              </a:tblGrid>
              <a:tr h="6783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Category
or
Itemized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Cloud-based Large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On-site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0217642"/>
                  </a:ext>
                </a:extLst>
              </a:tr>
              <a:tr h="67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Data breach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Expensive
or
Costly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486606"/>
                  </a:ext>
                </a:extLst>
              </a:tr>
              <a:tr h="67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Cross-border regulatory compliance.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hardship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Full support"
Refined translation: "Full backing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4032406"/>
                  </a:ext>
                </a:extLst>
              </a:tr>
              <a:tr h="67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Audit and Log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Vendor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In-house management capability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266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51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C8D7-9BD6-CA5E-9600-0D2F3205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Technical advantage.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C201E-BB8E-7D2A-7F60-D32D6127D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On-premises inference capabilities</a:t>
            </a:r>
          </a:p>
          <a:p>
            <a:r>
              <a:rPr sz="2000" b="1"/>
              <a:t>Low latency: 1 token, with a delay of 2-10ms .</a:t>
            </a:r>
          </a:p>
          <a:p>
            <a:r>
              <a:rPr sz="2000" b="1"/>
              <a:t>In-House Context</a:t>
            </a:r>
          </a:p>
          <a:p>
            <a:pPr lvl="1"/>
            <a:r>
              <a:rPr sz="2000"/>
              <a:t>Access to hundreds of internal Git repositories directly within the company.</a:t>
            </a:r>
          </a:p>
          <a:p>
            <a:pPr lvl="1"/>
            <a:r>
              <a:rPr sz="2000"/>
              <a:t>to "Understanding internal APIs and microservices structure.</a:t>
            </a:r>
          </a:p>
          <a:p>
            <a:pPr lvl="1"/>
            <a:r>
              <a:rPr sz="2000"/>
              <a:t>Internal coding standards and naming conventions enforced automatically.</a:t>
            </a:r>
          </a:p>
          <a:p>
            <a:r>
              <a:rPr sz="2000" b="1"/>
              <a:t>Industry-standard compliance</a:t>
            </a:r>
          </a:p>
          <a:p>
            <a:pPr lvl="1"/>
            <a:r>
              <a:rPr sz="2000"/>
              <a:t>Cursor, Windsurf, and GitHub Copilot Enterprise.</a:t>
            </a:r>
          </a:p>
          <a:p>
            <a:pPr lvl="1"/>
            <a:r>
              <a:rPr sz="2000"/>
              <a:t>All use a local cache on-premises model.</a:t>
            </a:r>
          </a:p>
          <a:p>
            <a:r>
              <a:rPr sz="2000" b="1"/>
              <a:t>Outcome</a:t>
            </a:r>
          </a:p>
          <a:p>
            <a:r>
              <a:rPr sz="2000" b="1"/>
              <a:t>Enhanced Precision: Code generated to meet 100% of company-specific requirements.</a:t>
            </a:r>
          </a:p>
          <a:p>
            <a:r>
              <a:rPr sz="2000" b="1"/>
              <a:t>Developer Satisfaction: Next-Generation IDE Experience with Lightning-Fast Response</a:t>
            </a:r>
          </a:p>
        </p:txBody>
      </p:sp>
    </p:spTree>
    <p:extLst>
      <p:ext uri="{BB962C8B-B14F-4D97-AF65-F5344CB8AC3E}">
        <p14:creationId xmlns:p14="http://schemas.microsoft.com/office/powerpoint/2010/main" val="3458608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C0C4-8216-5E6F-F07C-0019AB6E3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Return on Investment  Business Scenario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D0EDA6-E43F-6872-FC43-A461E6B534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0094894"/>
              </p:ext>
            </p:extLst>
          </p:nvPr>
        </p:nvGraphicFramePr>
        <p:xfrm>
          <a:off x="3933645" y="1740762"/>
          <a:ext cx="73152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88580125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403559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Category
or
Itemized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Scope
or
Extent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868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GPU infrastructure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¥30-50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864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Development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¥15-20 million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6083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.</a:t>
                      </a:r>
                      <a:endParaRPr lang="ja-JP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¥45-70 million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78325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4D8C82-D453-3B60-944B-C1B2C6F9543A}"/>
              </a:ext>
            </a:extLst>
          </p:cNvPr>
          <p:cNvSpPr txBox="1"/>
          <p:nvPr/>
        </p:nvSpPr>
        <p:spPr>
          <a:xfrm>
            <a:off x="3933645" y="3633878"/>
            <a:ext cx="5434641" cy="175432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 b="1"/>
              <a:t>First-year return</a:t>
            </a:r>
          </a:p>
          <a:p>
            <a:r>
              <a:rPr sz="2000" b="1"/>
              <a:t>Development labor costs reduced by ¥30-45 million for every 2-3 people.</a:t>
            </a:r>
          </a:p>
          <a:p>
            <a:r>
              <a:rPr sz="2000" b="1"/>
              <a:t>Quality improvement initiatives yield cost savings of ¥5-10 million.</a:t>
            </a:r>
          </a:p>
          <a:p>
            <a:r>
              <a:rPr sz="2000" b="1"/>
              <a:t>Market entry time reduction yields revenue potential of ¥20-30M+</a:t>
            </a:r>
          </a:p>
          <a:p>
            <a:r>
              <a:rPr sz="2000" b="1"/>
              <a:t>Conclusion: ROI can be achieved within 1-1.5 years.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DEC953-02B8-E0BA-2EC1-0284009642A6}"/>
              </a:ext>
            </a:extLst>
          </p:cNvPr>
          <p:cNvSpPr txBox="1"/>
          <p:nvPr/>
        </p:nvSpPr>
        <p:spPr>
          <a:xfrm>
            <a:off x="3973902" y="1123837"/>
            <a:ext cx="2031325" cy="6463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 b="1"/>
              <a:t>Estimated Investment...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712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8657A-919E-BD6E-A63C-CB89C10DB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Project scope and deliverables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A641A-4F4E-F041-A2B8-893227710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465841" cy="2609462"/>
          </a:xfrm>
        </p:spPr>
        <p:txBody>
          <a:bodyPr wrap="square" anchor="t">
            <a:noAutofit/>
          </a:bodyPr>
          <a:lstStyle/>
          <a:p>
            <a:r>
              <a:rPr sz="2000" b="1"/>
              <a:t>Contents</a:t>
            </a:r>
          </a:p>
          <a:p>
            <a:r>
              <a:rPr sz="2000"/>
              <a:t>AI coding agent core</a:t>
            </a:r>
          </a:p>
          <a:p>
            <a:r>
              <a:rPr sz="2000"/>
              <a:t>Internal Git/CI/CD integration</a:t>
            </a:r>
          </a:p>
          <a:p>
            <a:r>
              <a:rPr sz="2000"/>
              <a:t>Code Search and Structural Analysis using RAG and CodeGraph</a:t>
            </a:r>
          </a:p>
          <a:p>
            <a:r>
              <a:rPr sz="2000"/>
              <a:t>Security Design Document and Operations Manual</a:t>
            </a:r>
          </a:p>
          <a:p>
            <a:r>
              <a:rPr sz="2000" b="1"/>
              <a:t>Effective period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B40AB1-1F8E-0A8E-B6A9-998D151E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994407"/>
              </p:ext>
            </p:extLst>
          </p:nvPr>
        </p:nvGraphicFramePr>
        <p:xfrm>
          <a:off x="3918309" y="3577885"/>
          <a:ext cx="728453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2265">
                  <a:extLst>
                    <a:ext uri="{9D8B030D-6E8A-4147-A177-3AD203B41FA5}">
                      <a16:colId xmlns:a16="http://schemas.microsoft.com/office/drawing/2014/main" val="2313674472"/>
                    </a:ext>
                  </a:extLst>
                </a:gridCol>
                <a:gridCol w="3642265">
                  <a:extLst>
                    <a:ext uri="{9D8B030D-6E8A-4147-A177-3AD203B41FA5}">
                      <a16:colId xmlns:a16="http://schemas.microsoft.com/office/drawing/2014/main" val="3498254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Timeframe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53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Requirements definition and design.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Half a week</a:t>
                      </a:r>
                      <a:endParaRPr lang="ja-JP" altLang="en-US" dirty="0" err="1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1797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Core functionality implementation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Half a week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7326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Security testing.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One and a half weeks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5062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Full-scale Deployment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One week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091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Total "
Refined translation: "Total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/>
                        <a:t>Three to four weeks</a:t>
                      </a:r>
                      <a:endParaRPr lang="en-US" altLang="ja-JP" sz="1800" b="0" i="0" u="none" strike="noStrike" noProof="0">
                        <a:solidFill>
                          <a:srgbClr val="000000"/>
                        </a:solidFill>
                        <a:effectLst/>
                        <a:latin typeface="Corbel"/>
                      </a:endParaRPr>
                    </a:p>
                    <a:p>
                      <a:pPr lvl="0">
                        <a:buNone/>
                      </a:pPr>
                      <a:endParaRPr lang="en-US" altLang="ja-JP" b="1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335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2992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DB56-B249-1FB3-A234-950C8139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Risk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2B75-DB14-C1A1-2E79-2172A6140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Key risks and mitigation strategies</a:t>
            </a:r>
            <a:endParaRPr lang="en-US" altLang="ja-JP" b="1" dirty="0"/>
          </a:p>
          <a:p>
            <a:pPr marL="0" indent="0">
              <a:buNone/>
            </a:pPr>
            <a:endParaRPr lang="ja-JP" alt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sz="2000" b="1"/>
              <a:t>Key success factors</a:t>
            </a:r>
          </a:p>
          <a:p>
            <a:r>
              <a:rPr sz="2000"/>
              <a:t>Ongoing support from our leadership</a:t>
            </a:r>
          </a:p>
          <a:p>
            <a:r>
              <a:rPr sz="2000"/>
              <a:t>Tight collaboration with the development team</a:t>
            </a:r>
          </a:p>
          <a:p>
            <a:r>
              <a:rPr sz="2000"/>
              <a:t>Rollout strategy with a pilot approach</a:t>
            </a:r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0ED0487-E255-4D94-7206-E70C5780C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108908"/>
              </p:ext>
            </p:extLst>
          </p:nvPr>
        </p:nvGraphicFramePr>
        <p:xfrm>
          <a:off x="3552288" y="1369523"/>
          <a:ext cx="8128000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7373153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04083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danger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/>
                        <a:t>Countermeasures.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32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Overly high expectations.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Clearly outline the usage parameters and limitations upfront.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77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Training costs for the development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Training materials and PoC introduction for phased rollout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14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Internal framework shift or Internal framework adjustment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Setting up API schema auto-sync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854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Authentication and RBAC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/>
                        <a:t>Privilege mapping standardization and automation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5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867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392F-ED41-9E9A-EF61-2072A4305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Summary and 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5ADA8-8020-AB54-E728-B785F2EA8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sz="2000" b="1"/>
              <a:t>Expected outcomes of project implementation</a:t>
            </a:r>
          </a:p>
          <a:p>
            <a:r>
              <a:rPr sz="2000" b="1"/>
              <a:t>Productivity: A 30-50% increase in efficiency.</a:t>
            </a:r>
            <a:endParaRPr lang="en-US" altLang="ja-JP" dirty="0"/>
          </a:p>
          <a:p>
            <a:r>
              <a:rPr sz="2000" b="1"/>
              <a:t>Security: Ensuring the confidentiality and integrity of sensitive information</a:t>
            </a:r>
            <a:endParaRPr lang="en-US" altLang="ja-JP" dirty="0"/>
          </a:p>
          <a:p>
            <a:r>
              <a:rPr sz="2000" b="1"/>
              <a:t>Compliance: Robust Compliance with GDPR and CLOUD Act Requirements</a:t>
            </a:r>
            <a:endParaRPr lang="en-US" altLang="ja-JP" dirty="0"/>
          </a:p>
          <a:p>
            <a:r>
              <a:rPr sz="2000" b="1"/>
              <a:t>Competitive Edge: Enabling Next-Generation Development Experiences</a:t>
            </a:r>
          </a:p>
          <a:p>
            <a:pPr marL="0" indent="0">
              <a:buNone/>
            </a:pPr>
            <a:r>
              <a:rPr sz="2000" b="1"/>
              <a:t>Recommended steps</a:t>
            </a:r>
          </a:p>
          <a:p>
            <a:r>
              <a:rPr sz="2000" b="1"/>
              <a:t>Project kick-off : Detailed requirements definition and design will begin.</a:t>
            </a:r>
          </a:p>
          <a:p>
            <a:r>
              <a:rPr sz="2000" b="1"/>
              <a:t>Pilot : Verification in a small-scale team.</a:t>
            </a:r>
          </a:p>
          <a:p>
            <a:r>
              <a:rPr sz="2000" b="1"/>
              <a:t>Phased rollout across the entire company over the next 4 months.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800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4C53-860A-377C-05FF-A207E24BB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Overall advantages
or
Overall benefits can be used, but 'Overall advantages' is more natural and commonly used in English.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D4300-8189-2FDD-1F55-11BEA4132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Internal knowledge graph-driven reasoning</a:t>
            </a:r>
          </a:p>
          <a:p>
            <a:r>
              <a:rPr sz="2000"/>
              <a:t>Leverage internal best practices and past project expertise to drive efficiency.</a:t>
            </a:r>
          </a:p>
          <a:p>
            <a:r>
              <a:rPr sz="2000"/>
              <a:t>More efficient and accurate code generation capabilities are now available.</a:t>
            </a:r>
          </a:p>
          <a:p>
            <a:r>
              <a:rPr sz="2000" b="1"/>
              <a:t>Accurate code generation using RAG and CodeGraph</a:t>
            </a:r>
          </a:p>
          <a:p>
            <a:r>
              <a:rPr sz="2000"/>
              <a:t>Understanding the internal code architecture and relationships.</a:t>
            </a:r>
          </a:p>
          <a:p>
            <a:r>
              <a:rPr sz="2000"/>
              <a:t>enables the creation of more reliable code</a:t>
            </a:r>
          </a:p>
          <a:p>
            <a:r>
              <a:rPr sz="2000" b="1"/>
              <a:t>Generating executable code by understanding internal APIs</a:t>
            </a:r>
          </a:p>
          <a:p>
            <a:r>
              <a:rPr sz="2000"/>
              <a:t>Maximize the use of internal APIs.</a:t>
            </a:r>
          </a:p>
          <a:p>
            <a:r>
              <a:rPr sz="2000"/>
              <a:t>Write code that can be executed faster.</a:t>
            </a:r>
          </a:p>
          <a:p>
            <a:r>
              <a:rPr sz="2000" b="1"/>
              <a:t>In-house defect analysis</a:t>
            </a:r>
          </a:p>
          <a:p>
            <a:r>
              <a:rPr sz="2000"/>
              <a:t>Quickly pinpoint and resolve internal bugs.</a:t>
            </a:r>
          </a:p>
          <a:p>
            <a:r>
              <a:rPr sz="2000"/>
              <a:t>Streamlining the development process and elevating product quality.</a:t>
            </a:r>
          </a:p>
          <a:p>
            <a:r>
              <a:rPr sz="2000" b="1"/>
              <a:t>Unified security perimeter</a:t>
            </a:r>
          </a:p>
          <a:p>
            <a:r>
              <a:rPr sz="2000"/>
              <a:t>Intellectual property and confidential information protection</a:t>
            </a:r>
          </a:p>
          <a:p>
            <a:r>
              <a:rPr sz="2000"/>
              <a:t>Minimizing the risk of information leakage</a:t>
            </a:r>
          </a:p>
        </p:txBody>
      </p:sp>
    </p:spTree>
    <p:extLst>
      <p:ext uri="{BB962C8B-B14F-4D97-AF65-F5344CB8AC3E}">
        <p14:creationId xmlns:p14="http://schemas.microsoft.com/office/powerpoint/2010/main" val="1260213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65369-701B-357C-C6DD-E7D160333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357FB-0F7A-1643-59D4-1C53CAF5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Future outlook and challenges.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5D0B4-3183-7522-2CA0-C8727ED0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t">
            <a:noAutofit/>
          </a:bodyPr>
          <a:lstStyle/>
          <a:p>
            <a:r>
              <a:rPr sz="2000" b="1"/>
              <a:t>Future outlook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The evolution of AI coding agents has led to further improvements in development efficiency.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The company's knowledge base has grown, enabling more sophisticated code creation.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the company's competitive edge.</a:t>
            </a:r>
          </a:p>
          <a:p>
            <a:r>
              <a:rPr sz="2000" b="1"/>
              <a:t>Challenge
or Problem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Technical hurdles: adapting to internal framework changes and the intricacies of authentication/RBAC.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Development costs for developers and the need for adaptation</a:t>
            </a:r>
          </a:p>
          <a:p>
            <a:pPr lvl="1">
              <a:spcAft>
                <a:spcPts val="0"/>
              </a:spcAft>
              <a:buFont typeface="Courier New" pitchFamily="18" charset="2"/>
              <a:buChar char="o"/>
            </a:pPr>
            <a:r>
              <a:rPr sz="2000"/>
              <a:t>Ongoing improvement and maintenance management are crucial.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77707712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86</TotalTime>
  <Words>1170</Words>
  <Application>Microsoft Office PowerPoint</Application>
  <PresentationFormat>Widescreen</PresentationFormat>
  <Paragraphs>165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Frame</vt:lpstr>
      <vt:lpstr>Implementation of In-House AI Coding Platform</vt:lpstr>
      <vt:lpstr>Implementation of In-House AI Coding Platform</vt:lpstr>
      <vt:lpstr>The State of Affairs: Why Action is Needed?</vt:lpstr>
      <vt:lpstr>.
"Business Impact" or "Business Effectiveness</vt:lpstr>
      <vt:lpstr>Information Security and Compliance</vt:lpstr>
      <vt:lpstr>Compliance audit</vt:lpstr>
      <vt:lpstr>Technical advantage.</vt:lpstr>
      <vt:lpstr>Return on Investment  Business Scenario</vt:lpstr>
      <vt:lpstr>Project scope and deliverables</vt:lpstr>
      <vt:lpstr>Risk management</vt:lpstr>
      <vt:lpstr>Summary and Next Steps</vt:lpstr>
      <vt:lpstr>Overall advantages
or
Overall benefits can be used, but 'Overall advantages' is more natural and commonly used in English.</vt:lpstr>
      <vt:lpstr>Future outlook and challenges.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Rao Aditya Venkata Rama Mohan</dc:creator>
  <cp:lastModifiedBy>Rao Aditya Venkata Rama Mohan</cp:lastModifiedBy>
  <cp:revision>33</cp:revision>
  <dcterms:created xsi:type="dcterms:W3CDTF">2025-12-15T06:26:19Z</dcterms:created>
  <dcterms:modified xsi:type="dcterms:W3CDTF">2025-12-22T09:04:38Z</dcterms:modified>
</cp:coreProperties>
</file>